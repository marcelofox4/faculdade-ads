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6e97a95c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16e97a95c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6e97a95c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16e97a95c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6e97a95c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16e97a95c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16e97a95ca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16e97a95c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1718bb13a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1718bb13a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718bb13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1718bb13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72893f9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172893f9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172893f9b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172893f9b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172893f9b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172893f9b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172893f9b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172893f9b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172893f9b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172893f9b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172893f9b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172893f9b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analtech.com.br/inteligencia-artificial/comando-de-voz-essa-tecnologia-veio-para-melhorar-a-nossa-vida/" TargetMode="External"/><Relationship Id="rId4" Type="http://schemas.openxmlformats.org/officeDocument/2006/relationships/hyperlink" Target="https://rockcontent.com/br/blog/comando-de-voz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genciabrasil.ebc.com.br/economia/noticia/2022-02/brasil-registra-saldo-positivo-de-26-milhoes-novas-empresas-em-2021" TargetMode="External"/><Relationship Id="rId4" Type="http://schemas.openxmlformats.org/officeDocument/2006/relationships/hyperlink" Target="https://serasa.certificadodigital.com.br/blog/certificado-digital/quais-as-maiores-dificuldades-das-micro-e-pequenas-empresas-e-como-supera-las/#:~:text=O%20pequeno%20empreendedor%20que%20deixa,Evite%20desperdi%C3%A7ar%20dinheiro.&amp;text=Conquistar%20novos%20clientes%20%C3%A9%20uma,das%20micro%20e%20pequenas%20empresa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exame.com/pop/brasil-e-um-dos-cinco-paises-com-maior-numero-de-celulares-mostra-rank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107500"/>
            <a:ext cx="5017500" cy="22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Marcelo Sodré Raposo Junior - Mat. 01503627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Análise e Desenvolvimento de Sistemas</a:t>
            </a:r>
            <a:endParaRPr sz="30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446175" y="3924925"/>
            <a:ext cx="3470700" cy="9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Transformação Digital , Sistemas Computacionais e o futuro da Tecnologia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70162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 Empresa</a:t>
            </a:r>
            <a:endParaRPr b="1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8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A Tec. Easy é uma Startup que visa atender o mercado de </a:t>
            </a:r>
            <a:r>
              <a:rPr lang="pt-BR" sz="1600"/>
              <a:t>Microempreendedores</a:t>
            </a:r>
            <a:r>
              <a:rPr lang="pt-BR" sz="1600"/>
              <a:t> Individuais (MEI) do ramo </a:t>
            </a:r>
            <a:r>
              <a:rPr lang="pt-BR" sz="1600"/>
              <a:t>alimentício, com foco em empreendimentos como: ambulantes de espetinho, cachorro quente e lanches em geral.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Tem como Objetivo um App Mobile que  auxilia </a:t>
            </a:r>
            <a:r>
              <a:rPr lang="pt-BR" sz="1600"/>
              <a:t>microempreendedores a:</a:t>
            </a:r>
            <a:endParaRPr sz="1600"/>
          </a:p>
          <a:p>
            <a:pPr indent="-29972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pt-BR" sz="1600"/>
              <a:t>Planejar e Gerenciar todo o seu negócio com apenas um Smartphone;</a:t>
            </a:r>
            <a:endParaRPr sz="1600"/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BR" sz="1600"/>
              <a:t>Atender seus Clientes com agilidade, praticidade e eficiência.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Tudo isso utilizando comando de voz.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É uma realidade desse tipo de negócio não ter tempo para estar digitando ou inserindo dados manuais nos sistemas, é necessário a flexibilidade que o comando de voz traz, porque enquanto o empreendedor atende seu cliente e se preocupa com sua rotina diária, ele poder ir se comunicando com o sistema.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70162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Problemática</a:t>
            </a:r>
            <a:endParaRPr b="1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8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As pessoas que querem abrir um pequeno negócio ou que já tem, se deparam com alguns problemas  que muitas vezes </a:t>
            </a:r>
            <a:r>
              <a:rPr lang="pt-BR" sz="1600"/>
              <a:t>ocasiona</a:t>
            </a:r>
            <a:r>
              <a:rPr lang="pt-BR" sz="1600"/>
              <a:t> o fechamento do empreendimento, só no ano de 2021 foram fechadas 1,410 milhão de empresas. Alguns desses problemas  são: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Falta de Planejamento;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Gestão do negócio é negligenciada;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Falta de organização financeira;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Falta de inovação </a:t>
            </a:r>
            <a:r>
              <a:rPr lang="pt-BR" sz="1600"/>
              <a:t>tecnológica</a:t>
            </a:r>
            <a:r>
              <a:rPr lang="pt-BR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Atendimento ao cliente precário.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70162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Tecnologias usadas</a:t>
            </a:r>
            <a:endParaRPr b="1"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8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O aplicativo para Smartphone Tec. Easy visa ajudar o MEI a solucionar muito dos problemas que eles enfrentam, usando a </a:t>
            </a:r>
            <a:r>
              <a:rPr lang="pt-BR" sz="1600"/>
              <a:t>Tecnologia de comando de voz, garantindo praticidade  no dia a dia do empreendedor.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O comando de voz é uma tecnologia que está em plena ascensão, as empresas estão investindo cada vez mais nela, até 2023 terão cerca de 8 bilhões de assistentes de voz em uso e movimenta um mercado de 80 bilhões  de dólares.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O número de usuários de smartphones, só no Brasil, é de aproximadamente 109 milhões, essa é uma tecnologia que literalmente já está nas mãos de todos.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O aplicativo Tec. Easy tem o intuito de aliar essas duas grandes tecnologias trazendo acessibilidade  e facilidade para os empreendedores.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70162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Como funciona?</a:t>
            </a:r>
            <a:endParaRPr b="1"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632600"/>
            <a:ext cx="7038900" cy="28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O aplicativo terá funções que auxiliam o </a:t>
            </a:r>
            <a:r>
              <a:rPr lang="pt-BR" sz="1200"/>
              <a:t>empreendedor </a:t>
            </a:r>
            <a:r>
              <a:rPr lang="pt-BR" sz="1200"/>
              <a:t>no dia a dia da rotina de trabalho.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/>
              <a:t>Algumas dessas funcionalidades são: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/>
              <a:t>1 - Antes mesmo de abrir o negócio, ou mesmo se já foi inicializado, é feita uma </a:t>
            </a:r>
            <a:r>
              <a:rPr lang="pt-BR" sz="1200"/>
              <a:t>série</a:t>
            </a:r>
            <a:r>
              <a:rPr lang="pt-BR" sz="1200"/>
              <a:t> de perguntas pelo aplicativo para criação do modelo de </a:t>
            </a:r>
            <a:r>
              <a:rPr lang="pt-BR" sz="1200"/>
              <a:t>negócio, </a:t>
            </a:r>
            <a:r>
              <a:rPr lang="pt-BR" sz="1200"/>
              <a:t> utilizando uma </a:t>
            </a:r>
            <a:r>
              <a:rPr lang="pt-BR" sz="1200"/>
              <a:t>técnica</a:t>
            </a:r>
            <a:r>
              <a:rPr lang="pt-BR" sz="1200"/>
              <a:t> muito usada por pequenos empreendimentos, o Canvas.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/>
              <a:t>Dessa forma o empreendedor já começa seu </a:t>
            </a:r>
            <a:r>
              <a:rPr lang="pt-BR" sz="1200"/>
              <a:t>negócio</a:t>
            </a:r>
            <a:r>
              <a:rPr lang="pt-BR" sz="1200"/>
              <a:t> com o pé direito.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/>
              <a:t>Esse é um ponto </a:t>
            </a:r>
            <a:r>
              <a:rPr lang="pt-BR" sz="1200"/>
              <a:t>essencial, o planejamento, pois não é porque o negócio é pequeno que ele deve ser negligenciado.  </a:t>
            </a:r>
            <a:endParaRPr sz="113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70162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Como funciona?</a:t>
            </a:r>
            <a:endParaRPr b="1"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8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2 - Ajudar no atendimento ao Cliente utilizando comandos de voz, como: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Abrir uma comanda</a:t>
            </a:r>
            <a:endParaRPr b="1"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 sz="1300"/>
              <a:t>Comando de voz: Abrir comanda + [Nome do Cliente]</a:t>
            </a:r>
            <a:endParaRPr sz="1300"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Inserir Itens em uma comanda</a:t>
            </a:r>
            <a:endParaRPr b="1"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 sz="1300"/>
              <a:t>Comando de voz: Inserir Item + [Nome do Item/Itens] na comanda + [Nome do Cliente];</a:t>
            </a:r>
            <a:endParaRPr sz="1300"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Ver quais comandas estão em Aberto</a:t>
            </a:r>
            <a:endParaRPr b="1"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 sz="1300"/>
              <a:t>Comando de voz: comandas Abertas</a:t>
            </a:r>
            <a:endParaRPr sz="1300"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Fechar comanda</a:t>
            </a:r>
            <a:endParaRPr b="1"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 sz="1300"/>
              <a:t>Comando de voz: Fechar comanda + [Nome do Cliente].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Enquanto o atendimento é realizado, é possível a comunicação com o sistema sem que o empreendedor perca tempo anotando pedidos ou contabilizando contas. Tudo isso é feito pelo aplicativo.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70162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Como funciona?</a:t>
            </a:r>
            <a:endParaRPr b="1"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8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3</a:t>
            </a:r>
            <a:r>
              <a:rPr lang="pt-BR" sz="1600"/>
              <a:t> - Todos os comandos do item 2  geram um banco de dados para controle do negócio com relatórios, como:</a:t>
            </a:r>
            <a:endParaRPr sz="1600"/>
          </a:p>
          <a:p>
            <a:pPr indent="-3149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BR" sz="1600"/>
              <a:t>O montante de vendas em um determinado período;</a:t>
            </a:r>
            <a:endParaRPr b="1"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 sz="1600"/>
              <a:t>Controle de Estoque;</a:t>
            </a:r>
            <a:endParaRPr b="1"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 sz="1600"/>
              <a:t>Dias mais movimentados;</a:t>
            </a:r>
            <a:endParaRPr b="1"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 sz="1600"/>
              <a:t>Quais itens são mais vendidos;</a:t>
            </a:r>
            <a:endParaRPr b="1"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 sz="1600"/>
              <a:t>Entre outras informações necessárias para o gerenciamento do negócio.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Todos os relatórios são mostrados em um Dashboard simples e interativo ou com uma série de comandos de voz utilizado pelo empreendedor que serão imediatamente respondidos pelo aplicativo.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70162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Modelo de Negócio</a:t>
            </a:r>
            <a:endParaRPr b="1"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31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1 - Temos como proposta de valor, ajudar Microempreendedores Individuais do ramo </a:t>
            </a:r>
            <a:r>
              <a:rPr lang="pt-BR" sz="1600"/>
              <a:t>alimentício a gerenciarem seus negócios com apenas o seu smartphone.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2 - Os canais de comunicação utilizados serão:</a:t>
            </a:r>
            <a:endParaRPr sz="1600"/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 sz="1600"/>
              <a:t>Site com todas as informações necessárias sobre o nosso aplicativo, além de dicas e artigos sobre como gerenciar, inovar e planejar pequenos negócios;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1600"/>
              <a:t>Também usaremos as principais redes sociais com o intuito de educar empreendedores e sanar dúvidas frequentes sobre nosso aplicativo;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1600"/>
              <a:t>Disponibilizar nosso aplicativo Tec. easy nas principais plataformas.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70162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Modelo de Negócio</a:t>
            </a:r>
            <a:endParaRPr b="1"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31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3 - Teremos como parceiros chaves: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O Senac que é um grande incentivador e difusor de informações sobre pequenos negócios e educação empreendedora;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Canais, contas, perfis nas principais redes sociais de </a:t>
            </a:r>
            <a:r>
              <a:rPr lang="pt-BR" sz="1600"/>
              <a:t>influenciadores</a:t>
            </a:r>
            <a:r>
              <a:rPr lang="pt-BR" sz="1600"/>
              <a:t> e criadores de conteúdos sobre negócios.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4 - Nossa equipe contará com equipamentos de ponta no desenvolvimento de aplicativos mobile e uma equipe de Desenvolvedores altamente capacitada e com expertise no assunto.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70162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Modelo de Negócio</a:t>
            </a:r>
            <a:endParaRPr b="1"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31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5 - Teremos como principal </a:t>
            </a:r>
            <a:r>
              <a:rPr lang="pt-BR" sz="1600"/>
              <a:t>fonte</a:t>
            </a:r>
            <a:r>
              <a:rPr lang="pt-BR" sz="1600"/>
              <a:t> de renda a contratação de planos anuais ou mensais</a:t>
            </a:r>
            <a:r>
              <a:rPr lang="pt-BR" sz="1600"/>
              <a:t>, com baixo custo de aquisição para os nossos clientes.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Os planos serão divididos em:</a:t>
            </a:r>
            <a:endParaRPr sz="1600"/>
          </a:p>
          <a:p>
            <a:pPr indent="-3149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 sz="1600"/>
              <a:t>Bronze;</a:t>
            </a:r>
            <a:endParaRPr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1600"/>
              <a:t>Prata;</a:t>
            </a:r>
            <a:endParaRPr sz="1600"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1600"/>
              <a:t>Ouro.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Os planos terão mais recursos ou menos dependo da contratação que o cliente adquirir.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Essa forma de contratação tem como objetivo fazer com que as funções contratadas sejam condizentes com que o empreendedor necessita.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70162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Referências Bibliográficas</a:t>
            </a:r>
            <a:endParaRPr b="1"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567550"/>
            <a:ext cx="7038900" cy="28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1 - Leticia Piccolotto. Comando de voz: essa tecnologia veio para melhorar nossa vida? Disponível em: </a:t>
            </a:r>
            <a:r>
              <a:rPr lang="pt-BR" sz="1600" u="sng">
                <a:solidFill>
                  <a:schemeClr val="hlink"/>
                </a:solidFill>
                <a:hlinkClick r:id="rId3"/>
              </a:rPr>
              <a:t>https://canaltech.com.br/inteligencia-artificial/comando-de-voz-essa-tecnologia-veio-para-melhorar-a-nossa-vida/</a:t>
            </a:r>
            <a:r>
              <a:rPr lang="pt-BR" sz="1600"/>
              <a:t> . Acesso em: 22 fev. 2022.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2 - Ivan de Souza. Fala que eu te escuto: comando de voz é um dos expoentes da nova era da internet. Disponível em: </a:t>
            </a:r>
            <a:r>
              <a:rPr lang="pt-BR" sz="1600" u="sng">
                <a:solidFill>
                  <a:schemeClr val="hlink"/>
                </a:solidFill>
                <a:hlinkClick r:id="rId4"/>
              </a:rPr>
              <a:t>https://rockcontent.com/br/blog/comando-de-voz/</a:t>
            </a:r>
            <a:r>
              <a:rPr lang="pt-BR" sz="1600"/>
              <a:t> . Acesso em: 22 fev. 2022.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70162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Referências Bibliográficas</a:t>
            </a:r>
            <a:endParaRPr b="1"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7500" y="1567550"/>
            <a:ext cx="7038900" cy="33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3 - Pedro Rafael Vilela. Brasil registra saldo positivo de 2,6 milhões novas empresas em 2021. Disponível em: </a:t>
            </a:r>
            <a:r>
              <a:rPr lang="pt-BR" sz="1600" u="sng">
                <a:solidFill>
                  <a:schemeClr val="hlink"/>
                </a:solidFill>
                <a:hlinkClick r:id="rId3"/>
              </a:rPr>
              <a:t>https://agenciabrasil.ebc.com.br/economia/noticia/2022-02/brasil-registra-saldo-positivo-de-26-milhoes-novas-empresas-em-2021</a:t>
            </a:r>
            <a:r>
              <a:rPr lang="pt-BR" sz="1600"/>
              <a:t> . Acessado em 23 fev. 2022.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4 - Autor não identificado. Quais as maiores dificuldades das micro e pequenas empresas e como superá-las? Disponível em: </a:t>
            </a:r>
            <a:r>
              <a:rPr lang="pt-BR" sz="1600" u="sng">
                <a:solidFill>
                  <a:schemeClr val="hlink"/>
                </a:solidFill>
                <a:hlinkClick r:id="rId4"/>
              </a:rPr>
              <a:t>https://serasa.certificadodigital.com.br/blog/certificado-digital/quais-as-maiores-dificuldades-das-micro-e-pequenas-empresas-e-como-supera-las/#:~:text=O%20pequeno%20empreendedor%20que%20deixa,Evite%20desperdi%C3%A7ar%20dinheiro.&amp;text=Conquistar%20novos%20clientes%20%C3%A9%20uma,das%20micro%20e%20pequenas%20empresas</a:t>
            </a:r>
            <a:r>
              <a:rPr lang="pt-BR" sz="1600"/>
              <a:t> . Acessado em 23 fev. 2022.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70162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Referências Bibliográficas</a:t>
            </a:r>
            <a:endParaRPr b="1"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297500" y="1567550"/>
            <a:ext cx="7038900" cy="28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5 - Karina Souza. Brasil é um dos cinco países com maior número de celulares, mostra ranking: levantamento feito pela consultoria Newzoo mostra que o país tem aproximadamente 109 milhões de aparelhos. Disponível em: </a:t>
            </a:r>
            <a:r>
              <a:rPr lang="pt-BR" sz="1600" u="sng">
                <a:solidFill>
                  <a:schemeClr val="hlink"/>
                </a:solidFill>
                <a:hlinkClick r:id="rId3"/>
              </a:rPr>
              <a:t>https://exame.com/pop/brasil-e-um-dos-cinco-paises-com-maior-numero-de-celulares-mostra-ranking/</a:t>
            </a:r>
            <a:r>
              <a:rPr lang="pt-BR" sz="1600"/>
              <a:t> . Acessado em 23 fev. 2022.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